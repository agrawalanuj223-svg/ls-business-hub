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095798"/>
            <a:ext cx="5915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PROGRESS REVIEW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428625" y="2295823"/>
            <a:ext cx="5429250" cy="521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800"/>
              </a:lnSpc>
              <a:buNone/>
            </a:pPr>
            <a:r>
              <a:rPr lang="en-US" sz="3950" b="1" spc="-3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L&amp;S Business Hub</a:t>
            </a:r>
            <a:endParaRPr lang="en-US" sz="3950" dirty="0"/>
          </a:p>
        </p:txBody>
      </p:sp>
      <p:sp>
        <p:nvSpPr>
          <p:cNvPr id="5" name="Text 2"/>
          <p:cNvSpPr/>
          <p:nvPr/>
        </p:nvSpPr>
        <p:spPr>
          <a:xfrm>
            <a:off x="428625" y="2902707"/>
            <a:ext cx="4643438" cy="2414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Staging review: recent updates and guided testing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3387030"/>
            <a:ext cx="59150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walkthrough of the current in-progress build</a:t>
            </a:r>
            <a:endParaRPr lang="en-US" sz="650" dirty="0"/>
          </a:p>
        </p:txBody>
      </p:sp>
      <p:sp>
        <p:nvSpPr>
          <p:cNvPr id="7" name="Shape 4"/>
          <p:cNvSpPr/>
          <p:nvPr/>
        </p:nvSpPr>
        <p:spPr>
          <a:xfrm>
            <a:off x="6629400" y="542925"/>
            <a:ext cx="2514600" cy="46005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29400" y="542925"/>
            <a:ext cx="85725" cy="4600575"/>
          </a:xfrm>
          <a:prstGeom prst="rect">
            <a:avLst/>
          </a:prstGeom>
          <a:solidFill>
            <a:srgbClr val="AA00FF"/>
          </a:solidFill>
          <a:ln/>
        </p:spPr>
      </p:sp>
      <p:sp>
        <p:nvSpPr>
          <p:cNvPr id="9" name="Text 6"/>
          <p:cNvSpPr/>
          <p:nvPr/>
        </p:nvSpPr>
        <p:spPr>
          <a:xfrm>
            <a:off x="6829425" y="2004101"/>
            <a:ext cx="1857375" cy="1771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b="1" spc="1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CONTEXT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29425" y="2238394"/>
            <a:ext cx="15338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Prepared for the stakeholder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29425" y="2448744"/>
            <a:ext cx="7009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team.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29425" y="2869443"/>
            <a:ext cx="180189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deck is about demonstrating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29425" y="3079793"/>
            <a:ext cx="18165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progress, collecting feedback and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29425" y="3290143"/>
            <a:ext cx="18395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boundaries—not declaring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29425" y="3500493"/>
            <a:ext cx="6446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14338"/>
            <a:ext cx="79724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REVIEW FRAME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85788" y="653653"/>
            <a:ext cx="3063218" cy="1180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750" b="1" spc="-2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is a progress review, not a final launch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85788" y="1962634"/>
            <a:ext cx="3063218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purpose of staging is to make recent updates visible, test the new boundaries and decide what should improve next.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85788" y="2828423"/>
            <a:ext cx="3063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demonstration is not a production-readiness declaration.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277655" y="746522"/>
            <a:ext cx="204026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277655" y="928688"/>
            <a:ext cx="204026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77655" y="1157288"/>
            <a:ext cx="204026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the current staging updates in one shared environment.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17946" y="746522"/>
            <a:ext cx="204026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517946" y="928688"/>
            <a:ext cx="204026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portals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17946" y="1157288"/>
            <a:ext cx="204026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the distinct internal and external experiences.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277655" y="2069623"/>
            <a:ext cx="204026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277655" y="2251788"/>
            <a:ext cx="204026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safely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77655" y="2480388"/>
            <a:ext cx="204026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fictional identities and controlled negative tests.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17946" y="2069623"/>
            <a:ext cx="204026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17946" y="2251788"/>
            <a:ext cx="204026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the next cycle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17946" y="2480388"/>
            <a:ext cx="204026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 feedback while the product is still evolving.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14338"/>
            <a:ext cx="79724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SHARED WORKSPACE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85788" y="653653"/>
            <a:ext cx="5429250" cy="786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750" b="1" spc="-2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staging environment is the shared review workspace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85788" y="1883494"/>
            <a:ext cx="3829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LAYER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85788" y="2083519"/>
            <a:ext cx="382905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staging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788" y="2490713"/>
            <a:ext cx="33575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Next.js experience is online at one stakeholder-facing deployment, making each review concrete and repeatable.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29163" y="1883494"/>
            <a:ext cx="3829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ACCESS LAYER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729163" y="2083519"/>
            <a:ext cx="3829050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Cloud staging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29163" y="2490713"/>
            <a:ext cx="33575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isolated database, authentication and private-storage boundary lets us test the experience with controlled scope.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5788" y="3533701"/>
            <a:ext cx="7000875" cy="424272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Boundary:</a:t>
            </a:r>
            <a:r>
              <a:rPr lang="en-US" sz="11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environment is independently resettable and contains fictional data only. It is a place to </a:t>
            </a:r>
            <a:r>
              <a:rPr lang="en-US" sz="11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progress, not a final release surface.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14338"/>
            <a:ext cx="79724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RECENT UPDATES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85788" y="667941"/>
            <a:ext cx="3388258" cy="120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800" b="1" spc="-2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updates establish the product foundation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85788" y="2041550"/>
            <a:ext cx="3071813" cy="68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staging build now makes the core operating model visible enough to review, challenge and improve.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85788" y="2988711"/>
            <a:ext cx="338825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WORK IS NOT FEATURE COMPLETION.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745571" y="825103"/>
            <a:ext cx="385763" cy="577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259921" y="825103"/>
            <a:ext cx="329829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Multi-company workspace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59921" y="1075134"/>
            <a:ext cx="3298292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staff can work across authorized business-company contexts without treating every record as one shared pool.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45571" y="1645853"/>
            <a:ext cx="385763" cy="577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259921" y="1645853"/>
            <a:ext cx="329829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client portal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259921" y="1895884"/>
            <a:ext cx="3298292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users receive a narrower, client-safe experience with distinct navigation and terminology.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45571" y="2466603"/>
            <a:ext cx="385763" cy="577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259921" y="2466603"/>
            <a:ext cx="329829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Session-bound access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259921" y="2716634"/>
            <a:ext cx="3298292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data fetching stays attached to the authenticated session so database RLS remains the access boundary.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45571" y="3287353"/>
            <a:ext cx="385763" cy="577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259921" y="3287353"/>
            <a:ext cx="329829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dashboard surfaces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259921" y="3537384"/>
            <a:ext cx="3298292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Fictional companies, partners, service orders and invoice summaries now appear for guided staging review.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14338"/>
            <a:ext cx="8115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INTERNAL STAFF WALKTHROUGH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14350" y="653653"/>
            <a:ext cx="6072188" cy="786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750" b="1" spc="-2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staff can review the operating model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14350" y="1597744"/>
            <a:ext cx="3286125" cy="162185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the review:</a:t>
            </a:r>
            <a:r>
              <a:rPr lang="en-US" sz="15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15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current staging experience </a:t>
            </a:r>
            <a:r>
              <a:rPr lang="en-US" sz="15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authorized day-to-day </a:t>
            </a:r>
            <a:r>
              <a:rPr lang="en-US" sz="15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 easier to understand </a:t>
            </a:r>
            <a:r>
              <a:rPr lang="en-US" sz="15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mixing company scopes?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45062" y="1662038"/>
            <a:ext cx="21065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245062" y="1826344"/>
            <a:ext cx="21065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45062" y="2040657"/>
            <a:ext cx="2106569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the two fictional companies and confirm that authorized coverage is clear.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523081" y="1662038"/>
            <a:ext cx="21065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523081" y="1826344"/>
            <a:ext cx="21065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523081" y="2040657"/>
            <a:ext cx="2106569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whether partner counts, types and contact presentation feel useful.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45062" y="2530115"/>
            <a:ext cx="21065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245062" y="2694422"/>
            <a:ext cx="21065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orders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45062" y="2908734"/>
            <a:ext cx="2106569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fictional frequencies, descriptions, statuses and contract values.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23081" y="2530115"/>
            <a:ext cx="21065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523081" y="2694422"/>
            <a:ext cx="21065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clarity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23081" y="2908734"/>
            <a:ext cx="2106569" cy="310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labels, missing steps and anything that would slow a real review.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14350" y="3362474"/>
            <a:ext cx="8115300" cy="20002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Reviewers: business owner + Ishika · Use DEMO/SAMPLE records only · This is not a final operations release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14338"/>
            <a:ext cx="79724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CLIENT EXPERIENCE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85788" y="610791"/>
            <a:ext cx="2997752" cy="1224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850" b="1" spc="-2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client portal is intentionally narrower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585788" y="1963471"/>
            <a:ext cx="2928938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design gives external users a clear organization context and a safe view of only the information intended for them.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85788" y="2752074"/>
            <a:ext cx="2659261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BOUNDARY, NOT JUST THE SCREEN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197902" y="610791"/>
            <a:ext cx="4360311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IN THE CURRENT STAGING VIEW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197902" y="785813"/>
            <a:ext cx="4360311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Client-safe business context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197902" y="1085124"/>
            <a:ext cx="4360311" cy="36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 identity, fictional invoice summaries, payment status and outstanding amounts are presented through the client-safe data path.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97902" y="1643118"/>
            <a:ext cx="4360311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INTENTIONALLY EXCLUDED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197902" y="1818140"/>
            <a:ext cx="4360311" cy="227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4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information stays internal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197902" y="2117452"/>
            <a:ext cx="4360311" cy="551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notes, vendors, employee data, audit content and operational details are not </a:t>
            </a: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of the client surface. </a:t>
            </a:r>
            <a:r>
              <a:rPr lang="en-US" sz="9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document sharing</a:t>
            </a: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required rather than </a:t>
            </a: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assumed.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97902" y="2861574"/>
            <a:ext cx="4360311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REMINDER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197902" y="2972302"/>
            <a:ext cx="4360311" cy="365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 controlled demonstration of the current portal direction. It is not a completed external release or approval to use real client information.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385763"/>
            <a:ext cx="79724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GUIDED TESTING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85788" y="610791"/>
            <a:ext cx="5715000" cy="765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2650" b="1" spc="-2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testing checklist makes security review repeatable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85788" y="1768859"/>
            <a:ext cx="383619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staff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85788" y="2072469"/>
            <a:ext cx="3357563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the operating model and prove a staff session stays within its authorized company.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28675" y="2526767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Navigate companies, partners and service orders.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8675" y="2762510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a foreign fictional company ID.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8675" y="2998254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cross-company records do not appear.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22019" y="1768859"/>
            <a:ext cx="383619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A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client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22019" y="2072469"/>
            <a:ext cx="3357563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the narrower portal and prove Client A cannot reach Client B information.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964906" y="2526767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Client A's safe invoice summary.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964906" y="2762510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Client B's fictional invoice and path.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64906" y="2998254"/>
            <a:ext cx="35933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r>
              <a:rPr lang="en-US" sz="9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private uploads and downloads fail.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5788" y="3505460"/>
            <a:ext cx="63305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RULE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85788" y="3666195"/>
            <a:ext cx="38576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foreign data appears, stop immediately and report it as Critical. Do not continue probing.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00588" y="3505460"/>
            <a:ext cx="56848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4700588" y="3666195"/>
            <a:ext cx="385762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identity, route, fictional ID, steps, expected result, actual result and a safe screenshot.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14338"/>
            <a:ext cx="79724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DATA BOUNDARY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85788" y="639366"/>
            <a:ext cx="6072188" cy="750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2400"/>
              </a:lnSpc>
              <a:buNone/>
            </a:pPr>
            <a:r>
              <a:rPr lang="en-US" sz="2600" b="1" spc="-2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visible records are fictional DEMO/SAMPLE data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85788" y="1461232"/>
            <a:ext cx="5715000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staging environment is designed for review and testing. It is not approved for real business information.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71538" y="2416485"/>
            <a:ext cx="27660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2800" b="1" spc="-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r>
              <a:rPr lang="en-US" sz="2800" b="1" spc="-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2800" b="1" spc="-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SAMPLE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71538" y="3305882"/>
            <a:ext cx="25003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visible company, client, invoice, payment and service-order record is synthetic review data.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80464" y="2144799"/>
            <a:ext cx="321469" cy="365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416233" y="2144799"/>
            <a:ext cx="414198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internal companies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416233" y="2351968"/>
            <a:ext cx="414198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LIFT &amp; SHIFT and DEMO SISTER COMPANY ONE.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980464" y="2609813"/>
            <a:ext cx="321469" cy="365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416233" y="2609813"/>
            <a:ext cx="414198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client organizations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16233" y="2816982"/>
            <a:ext cx="4141980" cy="1578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Alpha, Beta, Gamma and Delta demo organizations for tenant-boundary testing.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80464" y="3074826"/>
            <a:ext cx="321469" cy="522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416233" y="3074826"/>
            <a:ext cx="414198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business records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16233" y="3281995"/>
            <a:ext cx="414198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Fictional invoice, payment, partner and service-order records support the walkthrough.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980464" y="3697672"/>
            <a:ext cx="321469" cy="5228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416233" y="3697672"/>
            <a:ext cx="414198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files or identifiers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416233" y="3904841"/>
            <a:ext cx="4141980" cy="315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real names, amounts, tax identifiers, bank details, addresses, contacts or uploaded documents.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5788" y="4406243"/>
            <a:ext cx="7429500" cy="45932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rule:</a:t>
            </a:r>
            <a:r>
              <a:rPr lang="en-US" sz="10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 not enter, paste or upload real business information. If a record appears to contain anything real or unexpected, </a:t>
            </a:r>
            <a:r>
              <a:rPr lang="en-US" sz="10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the review and report it immediately.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5788" y="428625"/>
            <a:ext cx="79724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NEXT INCREMENT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85788" y="682228"/>
            <a:ext cx="3098769" cy="836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800"/>
              </a:lnSpc>
              <a:buNone/>
            </a:pPr>
            <a:r>
              <a:rPr lang="en-US" sz="2950" b="1" spc="-2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from this review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85788" y="1690613"/>
            <a:ext cx="3098769" cy="70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feedback helps us decide what to clarify, strengthen and build next while the product is still evolving.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85788" y="2700393"/>
            <a:ext cx="3098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REVIEW · NOT A FINAL RELEASE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427506" y="789384"/>
            <a:ext cx="194388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427506" y="971550"/>
            <a:ext cx="1943881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valuable update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27506" y="1209415"/>
            <a:ext cx="1928813" cy="330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recent change feels most useful to the business workflow?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275" y="789384"/>
            <a:ext cx="194393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14275" y="971550"/>
            <a:ext cx="1943937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gaps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4275" y="1209415"/>
            <a:ext cx="1928813" cy="330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did the internal or client experience feel unclear or incomplete?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427506" y="1944886"/>
            <a:ext cx="194388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27506" y="2127052"/>
            <a:ext cx="1943881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confidence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27506" y="2364916"/>
            <a:ext cx="1928813" cy="330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company and client boundaries remain understandable during testing?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14275" y="1944886"/>
            <a:ext cx="194393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614275" y="2127052"/>
            <a:ext cx="1943937" cy="1807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review priority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614275" y="2364916"/>
            <a:ext cx="1928813" cy="330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800"/>
              </a:lnSpc>
              <a:buNone/>
            </a:pPr>
            <a:r>
              <a:rPr lang="en-US" sz="90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be addressed before the next staging walkthrough?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85788" y="3100443"/>
            <a:ext cx="7500938" cy="505755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</a:t>
            </a:r>
            <a:r>
              <a:rPr lang="en-US" sz="10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capture practical feedback, prioritize the next increment and keep the staging environment clearly separate from a </a:t>
            </a:r>
            <a:r>
              <a:rPr lang="en-US" sz="1050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 production product.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2026-08-22T11:21:46Z</dcterms:created>
  <dcterms:modified xsi:type="dcterms:W3CDTF">2026-08-22T11:21:46Z</dcterms:modified>
</cp:coreProperties>
</file>